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3" r:id="rId24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417320"/>
            <a:ext cx="96313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2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BİTİRME PROJESİ ÖN ARAŞTIRMA SUNUMU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7365D"/>
                </a:solidFill>
                <a:latin typeface="Segoe UI"/>
              </a:rPr>
              <a:t>Yapay Zekâ Destekli Polifonik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7365D"/>
                </a:solidFill>
                <a:latin typeface="Segoe UI"/>
              </a:rPr>
              <a:t>Klasik Gitar Transkripsiyonu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160520"/>
            <a:ext cx="11057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5D8A"/>
                </a:solidFill>
                <a:latin typeface="Segoe UI"/>
              </a:rPr>
              <a:t>Audio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Nota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Tel/Perde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TAB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Çalınabilirlik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Parmaklandırma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4892040"/>
            <a:ext cx="201168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166360"/>
            <a:ext cx="96313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17365D"/>
                </a:solidFill>
                <a:latin typeface="Segoe UI"/>
              </a:rPr>
              <a:t>Armağan Kayıkçı   ·   Sabri Yiğit Düzdemir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A6472"/>
                </a:solidFill>
                <a:latin typeface="Segoe UI"/>
              </a:rPr>
              <a:t>Eylül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Problem ve Proje Hedefi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Klasik gitar sesini yalnızca notaya değil, gitar üzerinde anlamlı ve çalınabilir bir temsile dönüştürmek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Girdi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6 telli, standart E–A–D–G–B–E akortlu klasik gitarın izole ses kaydı.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Başlangıç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Monofonik transkripsiyon ile ölçülebilir bir baseline kurmak.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40736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40736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13888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Ana hedef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Polifonik klasik gitar performanslarında eşzamanlı notaları ve tel/perde konumlarını tahmin etmek.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40736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40736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13888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Çıktı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Zaman bilgili gitar TAB'ı; sonraki aşamalarda teknik, çalınabilirlik ve önerilen parmaklandırma.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36720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36720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09872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İlk sürüm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Offline çalışacak: ses yükle → analiz et → TAB / fretboard sonucu üret.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36720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36720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09872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Kapsam dışı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Gerçek zamanlı akış, karışık kayıttan kaynak ayırma ve alternatif akortlar ilk sürümde yok.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623560"/>
            <a:ext cx="110578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Segoe UI"/>
              </a:rPr>
              <a:t>HEDEF ZİNCİR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98464"/>
            <a:ext cx="110578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5D8A"/>
                </a:solidFill>
                <a:latin typeface="Segoe UI"/>
              </a:rPr>
              <a:t>Audio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Pitch/Onset/Duration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Polyphony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String/Fret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Rhythm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TAB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Fingering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Neden Gitar Transkripsiyonu Zor?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Doğru notayı bulmak, doğru TAB üretmek için yeterli değil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Konum belirsizliği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Aynı pitch gitar üzerinde birden fazla tel/perde konumunda üretilebilir.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Polifoni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Klasik gitar polifoniktir: melodi, bas, iç sesler ve sustain aynı anda bulunabilir.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02280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02280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75432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Harmonik örtüşme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Overlapping harmonics, arpejler ve akorlar nota ayrımını zorlaştırır.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3002280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3002280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3075432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Tel bilgisi kayıp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Ses kaydı çoğu zaman gerçek tel bilgisini doğrudan taşımaz; string/fret tahmini bağlam ve tınıdan çıkarılır.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59808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559808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32960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Ritim ve quantization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Ham onset sürelerini müzikal ritme dönüştürmek ayrıca bir quantization problemi oluşturur.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559808"/>
            <a:ext cx="5455767" cy="141122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559808"/>
            <a:ext cx="41148" cy="1411223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632960"/>
            <a:ext cx="5126583" cy="1264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Parmak ≠ 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Gerçek icracının kullandığı parmak her zaman sesten belirlenemez; 'tahmin edilen konum' ile 'önerilen ergonomik parmaklandırma' ayrılmalıdır.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Wiggins &amp; Kim, “Guitar Tablature Estimation with a Convolutional Neural Network”, ISMIR 2019 — https://zenodo.org/records/3527800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Mevcut Ürünler: Problem Zaten Kısmen Çözülüyor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Bu nedenle proje 'ilk audio-to-TAB sistemi' olarak konumlandırılmamalı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858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229"/>
                <a:gridCol w="3159382"/>
                <a:gridCol w="2973536"/>
                <a:gridCol w="278769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Sistem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Temel işlev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Güçlü taraf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Bizim için çıkarım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Guitar2Tabs / Klangio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 / record / YouTube → TAB, nota, MIDI, MusicXML, Guitar Pro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Polyphonic ve chord-aware; fingerpicking; klasik gitar desteği iddiası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Audio→TAB tek başına özgün değil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Ticari eğitim araçları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Transkripsiyon + düzenleme + playback / loop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Kullanıcı deneyimi ve pratik odaklı akış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Fretboard ve öğrenme arayüzü değer katabilir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Akademik sistemler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Guitar-specific AMT, string/fret, teknik ve playability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Ölçülebilir benchmark ve açık yöntemler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Katkıyı deneysel olarak göstermeliyiz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79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40679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440679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Sonuç: Özgünlük iddiası 'audio'dan TAB üretmek' değil, klasik gitara özel doğruluk ve çalınabilirlik olmalı.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Klangio Guitar2Tabs — https://guitar2tabs.klang.io/ ; Guitar2Tabs ayarları — https://klang.io/help/d2n/additional-information/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Akademik Durum: TabCNN → Playability → Technique-Aware TAB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Alan üç adımda ilerledi: önce konum, sonra fizik, sonra teknik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TabCNN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ISMIR 2019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Solo akustik gitar mikrofon kaydından doğrudan 6 tel için fret sınıfları tahmin eden CNN; GuitarSet üzerinde temel referans / baseline.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834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3834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Noise2Fret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2026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Pitch doğruluğuna ek olarak positional distance, string similarity ve hand-span feasibility gibi fiziksel / müzikal kısıtları eğitim hedeflerine katıyor.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0740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0740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1908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TART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10 Eylül 2026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Audio→MIDI → technique classifier → audio-conditioned string/fret assignment → TAB pipeline'ı.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74719"/>
            <a:ext cx="110578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Segoe UI"/>
              </a:rPr>
              <a:t>TART'IN DÖRT BENCHMARK ÜZERİNDEKİ ORTALAMA RAPORU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%81,35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Audio-to-MIDI F50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3834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3834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%71,8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String/Fret Tab 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0740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0740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%54,08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Uçtan uca Tab 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221223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221223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221223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Ders: Ara aşamalardaki yüksek skorlar uçtan uca doğru TAB anlamına gelmiyor; bütün pipeline ayrı ayrı ve birlikte değerlendirilmelidir.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TabCNN — https://zenodo.org/records/3527800 ; Noise2Fret — https://arxiv.org/abs/2608.30854 ; TART — https://arxiv.org/abs/2609.11904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Bizim Konumlandırmamız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Özgünlük iddiası tek bir özellikten değil, klasik-gitar odaklı araştırma tasarımından gelmeli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Klasik gitar uzmanlaşması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Nylon-string ve gerçek klasik gitar verisine özel domain adaptation.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Kontrollü ilerleme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Monofonik baseline'dan kontrollü biçimde polifonik transkripsiyona geçiş.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Fizikle birleştirme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Audio tabanlı tahmini, gitarın fiziksel çalınabilirlik kısıtlarıyla birleştirme.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Problem ayrıştırma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String/fret assignment ile sol-el parmaklandırmasını ayrı problemler olarak modelleme.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Açıklanabilirlik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ML transkripsiyon + açıklanabilir, optimizasyon tabanlı fingering yaklaşımı.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Sunum katmanı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Sonucu yalnızca dosya olarak değil, sesle senkronize TAB ve fretboard üzerinde sunma.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669280"/>
            <a:ext cx="11057839" cy="749808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669280"/>
            <a:ext cx="50292" cy="74980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669280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Önerilen araştırma sorusu: Büyük ölçekli sentetik nylon-string ön-eğitimi ve gerçek klasik gitar verisiyle domain adaptation, polifonik audio-to-TAB genellemesini ne ölçüde iyileştirir?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Veri Stratejisi: Üç Ana Kaynak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Tek bir dataset yerine sentetik ön-eğitim + gerçek gitar + klasik gitar uzmanlaşması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6" cy="3858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2122"/>
                <a:gridCol w="2719140"/>
                <a:gridCol w="2991054"/>
                <a:gridCol w="2447226"/>
                <a:gridCol w="1178294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Dataset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Ölçek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Ana etiket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Bizde rol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Öncelik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SynthTab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~6.700 saat; Nylon: 5.501 track / ~1.510 saat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String-aware sentetik TAB / MIDI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Büyük ölçekli pretraining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Çok yüksek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GuitarSet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360 × ~30 sn; 6 icracı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Pitch, onset/offset, string/fret; hexaphonic + mic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String/fret baseline ve benchmark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Çok yüksek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11277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GAPS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14 saat; 200+ icracı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Audio-score pairs, aligned MIDI, MusicXML, downbeats / video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Gerçek klasik gitar domain adaptation / evaluation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Çok yüksek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79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40679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440679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Strateji: Ölçeği SynthTab'den, tel/perde denetimini GuitarSet'ten, gerçek klasik gitar tınısını GAPS'ten alıyoruz.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SynthTab — https://synthtab.dev/ ; GuitarSet — https://github.com/marl/GuitarSet ve ilgili ISMIR çalışmaları ; GAPS — https://aim-qmul.github.io/GAPS/ ve https://zenodo.org/records/13962272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Ek Veri Havuzu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Teknik, robustness ve sembolik TAB için yardımcı kaynaklar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6393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5998"/>
                <a:gridCol w="4646150"/>
                <a:gridCol w="3995689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Kaynak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Ne sağlar?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Olası kullanım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GOAT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Audio + string/fret + tablature + expressive technique etiketleri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Technique / string-fret pretraining ve temsil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IDMT-SMT-GUITAR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Mono/poly gitar, farklı teknikler ve gitarlar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Cross-dataset test, technique / robustness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Guitar-TECHS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Farklı kayıt perspektifleri + senkron MIDI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Gerçek kayıt koşullarına robustness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AG-PT-set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Akustik gitar playing-technique / onset verisi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Classical'a yakın technique classifier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DadaGP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26.181 GuitarPro parçası, 739 genre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Sembolik TAB, sentetik veri üretimi, sequence statistics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273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Kendi test setimiz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Farklı klasik gitar, icracı, telefon / mikrofon / oda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Gerçek dünya generalization testi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221224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21224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221224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Veri mühendisliği ihtiyacı: JAMS, MIDI, MusicXML ve GuitarPro/XML gibi farklı etiket formatlarını ortak bir note-event şemasına dönüştürmek.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Kaynak: DadaGP — https://github.com/dada-bots/dadaGP ; yardımcı veri setleri final eğitim öncesi lisans ve annotation kalitesi açısından tekrar doğrulanacaktır.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Önerilen Sistem Mimarisi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Modüler yapı: her aşama ayrı ölçülebilir ve gerektiğinde değiştirilebilir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Audio Preprocessing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Waveform → CQT / spektrogram veya learned representation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3391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3391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Polyphonic Note Transcription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Pitch + onset + offset / 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9855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9855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String/Fret Estimation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Her note event için gitar üzerindeki konum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6319" y="144475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56319" y="144475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0911" y="1536192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Playability Correction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Fretboard ve hand-span kısıtları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Rhythm Quantization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Beat / downbeat → müzikal süre ve ölçü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3391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3391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7983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Technique Recognition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Klasik gitara uygun legato / slide / vibrato / harmonics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9855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9855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Fingering Optimizer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Önerilen sol-el parmağı ve el pozisyonu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6319" y="3662172"/>
            <a:ext cx="2668447" cy="2089403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6319" y="3662172"/>
            <a:ext cx="2668447" cy="4572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0911" y="3753611"/>
            <a:ext cx="2375839" cy="1906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B5762A"/>
                </a:solidFill>
                <a:latin typeface="Segoe UI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Application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TAB + audio + senkronize fretboard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888736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888736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888736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Modülerliğin sebebi: her aşamanın kendi metriği var; zayıf halkayı tüm sistemi değiştirmeden tespit edip iyileştirebiliyoruz.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Model Geliştirme ve Deney Planı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Mimariyi baştan tek modele kilitlemek yerine kontrollü karşılaştırma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9384" y="1444752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2264" y="1444752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Unified annotation / data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26920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26920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9384" y="2026920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2264" y="2026920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Monophonic baseline: pitch ve onset doğrulaması.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09087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609087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9384" y="2609087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2264" y="2609087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Guitar-specific baseline: TabCNN ve GuitarSet.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191255"/>
            <a:ext cx="1234440" cy="509015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91255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9384" y="3191255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12264" y="3191255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Polyphonic baseline: genel AMT modeli (ör. Basic Pitch) ile karşılaştırma.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73423"/>
            <a:ext cx="1234440" cy="509015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773423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9384" y="3773423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12264" y="3773423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SynthTab Nylon pretraining → GuitarSet / GAPS fine-tuning ve classical domain adaptation.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355591"/>
            <a:ext cx="1234440" cy="509015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55591"/>
            <a:ext cx="1234440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Phase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9384" y="4355591"/>
            <a:ext cx="9695383" cy="509015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12264" y="4355591"/>
            <a:ext cx="9329623" cy="5090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Rhythm + playability; core transcription yeterli olduktan sonra technique ve fingering.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001767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001767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001767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Model adayları: CNN → CRNN → attention / Transformer. Daha karmaşık modelin otomatik olarak daha iyi olduğu varsayılmayacak.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669279"/>
            <a:ext cx="11057839" cy="749808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669279"/>
            <a:ext cx="50292" cy="74980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669279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Segoe UI"/>
              </a:rPr>
              <a:t>Ana deney: GuitarSet-only vs SynthTab→GuitarSet vs SynthTab→GuitarSet→GAPS; tamamen görülmemiş gerçek klasik gitar kayıtlarında karşılaştırma.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Parmaklandırma ve Çalınabilirlik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Audio'dan 'gerçek parmağı' tahmin etmek yerine ergonomik öneri üretmek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İki ayrı problem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Fretboard assignment = tel + perde; left-hand fingering = hangi parmak + hangi el pozisyonu.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Tek doğru yok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Aynı müzik birden fazla geçerli parmaklandırmayla çalınabilir; tek bir ground truth her zaman yoktur.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Neural network şart değil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Fingering için Dynamic Programming, shortest path veya beam search kullanılabilir.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55975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55975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29128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Maliyet fonksiyonu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Pozisyon değişimi, hand stretch, string change, awkward finger transition, barre zorluğu ve technique compatibility.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Çıktı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Fiziksel kuralları ihlal etmeyen, düşük hareket maliyetli bir öneri; gerektiğinde kullanıcı tarafından düzenlenebilir.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67199"/>
            <a:ext cx="5455767" cy="126491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67199"/>
            <a:ext cx="41148" cy="126491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40351"/>
            <a:ext cx="5126583" cy="1118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Gelecek genişleme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Klasik gitar sağ-el p–i–m–a önerileri; ilk sürümde zorunlu değil.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669280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669280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669280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Neden optimizasyon? Kısıtlar fiziksel ve açıkça yazılabilir olduğu için sonuç açıklanabilir kalıyor — bir sinir ağının kararını savunmak zorunda değiliz.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Değerlendirme Planı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Başarıyı tek bir accuracy değeriyle değil, katman bazında ölçeceğiz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8" cy="383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5228"/>
                <a:gridCol w="771261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Katman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Ölçüm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Note transcription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Precision / Recall / F1; onset ve offset toleransları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Polyphony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Event-level Note F1 + frame-level P / R / F1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Guitar-specific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Pitch F1, string accuracy, fret accuracy, Tab F1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Technique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Per-class P / R / F1 + confusion matrix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Playability / Fingering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Rule violation, hand movement cost, stretch / position shifts, uzman değerlendirmesi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5593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Generalization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Performer-disjoint; mümkünse instrument / device / room-disjoint test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13248"/>
            <a:ext cx="5446623" cy="100584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13248"/>
            <a:ext cx="41148" cy="10058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F5D8A"/>
                </a:solidFill>
                <a:latin typeface="Segoe UI"/>
              </a:rPr>
              <a:t>Ek analiz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Performansı 1, 2, 3 ve 4+ eşzamanlı nota seviyelerinde ayrı raporlamak.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5413248"/>
            <a:ext cx="5446623" cy="10058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8143" y="5413248"/>
            <a:ext cx="41148" cy="100584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1023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Ek robustness testi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Dataset-quality mic vs USB mic vs telefon / oda kaydı.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Kapsam, Riskler ve Başarı Kriteri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Projeyi bitirebilmek için araştırma hedefi ile future work ayrılmalı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831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6920"/>
                <a:gridCol w="3623997"/>
                <a:gridCol w="371692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Çekirdek hedef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Başarırsa ekle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Future work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6-string classical, standard tuning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Rhythm quantization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Alternate tunings / bass / electric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Isolated guitar, offline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Selected classical techniques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Mixed-song source separation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Monophonic baseline → polyphonic main model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Playability + left-hand fingering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Real-time streaming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83896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7365D"/>
                          </a:solidFill>
                          <a:latin typeface="Segoe UI"/>
                        </a:rPr>
                        <a:t>String/fret-aware TAB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Senkronize fretboard UI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333F4F"/>
                          </a:solidFill>
                          <a:latin typeface="Segoe UI"/>
                        </a:rPr>
                        <a:t>Video-based actual fingering recognition</a:t>
                      </a:r>
                    </a:p>
                  </a:txBody>
                  <a:tcPr marL="118872" marR="11887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13248"/>
            <a:ext cx="5446623" cy="100584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13248"/>
            <a:ext cx="41148" cy="10058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F5D8A"/>
                </a:solidFill>
                <a:latin typeface="Segoe UI"/>
              </a:rPr>
              <a:t>Minimum güçlü başarı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Gerçek klasik gitar kaydından polifonik note transcription + anlamlı string/fret TAB + objektif benchmark.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143" y="5413248"/>
            <a:ext cx="5446623" cy="10058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8143" y="5413248"/>
            <a:ext cx="41148" cy="100584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1023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Temel riskler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String/fret ambiguity, synthetic→real domain gap, dataset format uyumsuzluğu, fingering ground-truth eksikliği ve scope creep.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Yol Haritası ve Beklenen Çıktı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Önce bilimsel olarak doğrulanabilir çekirdek, sonra ürünleşme katmanları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44752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444752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Datasetleri ve ortak annotation şemasını hazırlama.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02536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02536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002536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02536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Monophonic ve TabCNN baseline'larını yeniden üretme.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60320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560320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60320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Polyphonic model + classical domain adaptation deneyleri.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118103"/>
            <a:ext cx="402336" cy="484631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18103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118103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118103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String/fret ve playability post-processing.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75887"/>
            <a:ext cx="402336" cy="484631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675887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675887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3675887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Rhythm / selected techniques; zaman kalırsa fingering optimizer.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33671"/>
            <a:ext cx="402336" cy="484631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233671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233671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233671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Kendi klasik gitar test seti ile gerçek dünya değerlendirmesi.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91455"/>
            <a:ext cx="402336" cy="484631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791455"/>
            <a:ext cx="402336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4791455"/>
            <a:ext cx="10527487" cy="484631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791455"/>
            <a:ext cx="10161727" cy="4846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F4F"/>
                </a:solidFill>
                <a:latin typeface="Segoe UI"/>
              </a:rPr>
              <a:t>TAB + audio + fretboard demonstrasyon uygulaması.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413248"/>
            <a:ext cx="5446623" cy="100584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413248"/>
            <a:ext cx="41148" cy="1005840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F5D8A"/>
                </a:solidFill>
                <a:latin typeface="Segoe UI"/>
              </a:rPr>
              <a:t>Önerilen proje adı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AI-Assisted Polyphonic Classical Guitar Transcription, Tablature and Fingering System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8143" y="5413248"/>
            <a:ext cx="5446623" cy="10058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8143" y="5413248"/>
            <a:ext cx="41148" cy="1005840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1023" y="5486400"/>
            <a:ext cx="5117439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B5762A"/>
                </a:solidFill>
                <a:latin typeface="Segoe UI"/>
              </a:rPr>
              <a:t>Araştırma odaklı alternatif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Playability-Aware Polyphonic Classical Guitar Audio-to-Tablature Transcription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B5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Kaynaklar ve Veri Bağlantıları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Sunumda kullanılan temel kaynaklar; model geliştirme aşamasında veri lisansları ayrıca doğrulanacaktır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Wiggins, A. &amp; Kim, Y. E. (2019).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Guitar Tablature Estimation with a Convolutional Neural Network. ISMIR.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https://zenodo.org/records/3527800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8143" y="1444752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8143" y="1444752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1023" y="1444752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Riley, X., Guo, Z., Edwards, D., Dixon, S. (2024).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GAPS: A Large and Diverse Classical Guitar Dataset and Benchmark Transcription Model.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https://aim-qmul.github.io/GAPS/  ·  https://arxiv.org/abs/2408.08653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20340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20340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720340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SynthTab.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Leveraging Synthesized Data for Guitar Tablature Transcription.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https://synthtab.dev/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143" y="2720340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2720340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2720340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Simionato, R. &amp; Bigo, L. (2026).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Playability-Aware Audio-to-Tablature Guitar Transcription via Diffusion Models.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https://arxiv.org/abs/2608.30854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95928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95928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995928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Gupta, A. et al. (2026).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TART: A Modular Tool for Technique-Aware Audio-to-Tablature Guitar Transcription.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https://arxiv.org/abs/2609.11904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8143" y="3995928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3" y="3995928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1023" y="3995928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Guitar2Tabs / Klangio.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Ticari audio-to-TAB servisi.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https://guitar2tabs.klang.io/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271516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271516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271516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DadaGP.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Symbolic GuitarPro corpus.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https://github.com/dada-bots/dadaGP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8143" y="5271516"/>
            <a:ext cx="5446623" cy="11475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8143" y="5271516"/>
            <a:ext cx="36576" cy="114757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1023" y="5271516"/>
            <a:ext cx="5117439" cy="1147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365D"/>
                </a:solidFill>
                <a:latin typeface="Segoe UI"/>
              </a:rPr>
              <a:t>GuitarSet.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F4F"/>
                </a:solidFill>
                <a:latin typeface="Segoe UI"/>
              </a:rPr>
              <a:t>Project and data.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F5D8A"/>
                </a:solidFill>
                <a:latin typeface="Segoe UI"/>
              </a:rPr>
              <a:t>https://github.com/marl/GuitarSet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Gelinen Nokta: Güncel Sonuçlar (26 Ekim 2026)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Ürün: deep2 akustik model + iki ayrı konum modu; sayılar çalıcıdan bağımsız test setlerinde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Akustik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Katman 3.8–3.12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Derin CNN + BiLSTM + perde-onset kafası; GAPS alan uyarlaması ve alan içi kalibrasyon. GAPS nota F1 0,255 → 0,818.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3834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3834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İki konum modu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Katman 3.13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Duyulan konum (sesten) ve klasik edisyon önerisi (tel + perde + sol el parmağı) bilinçli olarak ayrı tutuldu.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0740" y="1444752"/>
            <a:ext cx="3564026" cy="1892807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0740" y="1444752"/>
            <a:ext cx="41148" cy="1892807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1908" y="1609344"/>
            <a:ext cx="3198266" cy="1618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7365D"/>
                </a:solidFill>
                <a:latin typeface="Segoe UI"/>
              </a:rPr>
              <a:t>Ritim ve çıktı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B5762A"/>
                </a:solidFill>
                <a:latin typeface="Segoe UI"/>
              </a:rPr>
              <a:t>Katman 5–6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F4F"/>
                </a:solidFill>
                <a:latin typeface="Segoe UI"/>
              </a:rPr>
              <a:t>Yarı otomatik vuruş + bağlamlı kuantalayıcı; MusicXML / alphaTab çıktısı, akort ve kapo, şarkılı kayıtta vokal ayırma.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74719"/>
            <a:ext cx="110578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Segoe UI"/>
              </a:rPr>
              <a:t>GÜNCEL ÖLÇÜMLER — GAPS TEST (GERÇEK KLASİK GİTAR) VE KENDİ KAYITLARIMIZ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%81,8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Nota F1 (GAPS 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3834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3834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%83,1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Edisyon tel uyumu (GAPS test)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0740" y="3849623"/>
            <a:ext cx="3564026" cy="123444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0740" y="3849623"/>
            <a:ext cx="356402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B5762A"/>
                </a:solidFill>
                <a:latin typeface="Segoe UI"/>
              </a:rPr>
              <a:t>%36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Segoe UI"/>
              </a:rPr>
              <a:t>Sesten çalınan tel (kendi kayıt T02; şans ≈ %33)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221223"/>
            <a:ext cx="11057839" cy="74980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221223"/>
            <a:ext cx="50292" cy="74980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221223"/>
            <a:ext cx="10655503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Ders: Nota bulma ve yazılı edisyon güçlü; asıl açık, klasik gitarda çalınan teli sesten ayırmak. GuitarSet'teki %87,8 çelik tel içindir, klasik gitar sayısı değildir.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108191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Ayrıntı: docs/PROJE_RAPORU.md ve docs/devlog/README1–23.md — eşikler yalnız doğrulamada seçildi, test setleri yalnız raporlandı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Neler Denendi, Ne Oldu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Her adımın kabul kuralı ölçümden önce yazıldı; işe yaramayan denemeler de kayıtta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44752"/>
          <a:ext cx="11057837" cy="3858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7229"/>
                <a:gridCol w="3159382"/>
                <a:gridCol w="2973536"/>
                <a:gridCol w="2787690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Deneme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Ne yapıldı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Sonuç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Karar</a:t>
                      </a:r>
                    </a:p>
                  </a:txBody>
                  <a:tcPr marL="118872" marR="118872" marT="36576" marB="36576">
                    <a:solidFill>
                      <a:srgbClr val="2F5D8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Klasik gitara uyarlama (3.8)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GAPS perde etiketiyle ince ayar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GAPS nota F1 0,255 → 0,360; GuitarSet teli de arttı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Kabul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Onset + kalibrasyon (3.9–3.11)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Onset kafası, harmonik istifleme, alan içi eşik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Akor nota F1 0,46 → 0,72; GAPS 0,44 → 0,72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Kabul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Kapasite artışı (3.12)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Derin CNN + perde-onset kafası (deep2)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GAPS nota F1 0,720 → 0,779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Kabul — ürün modeli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Edisyon modu (3.13)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Sessiz BiLSTM: tel + perde + parmak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Yazılı tab teli 0,745 → 0,831; parmak 0,566 → 0,636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Kabul — ayrı mod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Çözümleme düzeltmeleri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Yeniden vuruş kapısı, akor kısıtı, enerji şartı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Aynı tel çakışması 641 → 0; nota F1 0,779 → 0,818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Kabul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Bağlam kuralları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El pozisyonu önseli, hibrit mod, tel merkezi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Çalınan tel (GuitarSet) 0,878 → ≤ 0,877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Red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  <a:tr h="483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7365D"/>
                          </a:solidFill>
                          <a:latin typeface="Segoe UI"/>
                        </a:rPr>
                        <a:t>Ek eğitim / tel uzmanı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Partisyon TAB'ı, dayanıklılık, hayalet cezası, YouTube tel verisi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Genelleme yok ya da GuitarSet kaybı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333F4F"/>
                          </a:solidFill>
                          <a:latin typeface="Segoe UI"/>
                        </a:rPr>
                        <a:t>Red</a:t>
                      </a:r>
                    </a:p>
                  </a:txBody>
                  <a:tcPr marL="118872" marR="118872" marT="36576" marB="36576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79"/>
            <a:ext cx="11057839" cy="53035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40679"/>
            <a:ext cx="50292" cy="530352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440679"/>
            <a:ext cx="10655503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Sonuç: Kazançların tamamı akustik model ve çözümlemeden geldi; tel seçimine bağlam kuralı eklemek çalınan teli her denemede bozdu.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108192"/>
            <a:ext cx="110578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Segoe UI"/>
              </a:rPr>
              <a:t>Ayrıntı: docs/PROJE_RAPORU.md §4 ve §6; devlog README7, 9–14, 18, 22,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"/>
            <a:ext cx="1034460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7365D"/>
                </a:solidFill>
                <a:latin typeface="Segoe UI"/>
              </a:rPr>
              <a:t>Açık Sorunlar ve Sıradaki Adımlar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72"/>
                </a:solidFill>
                <a:latin typeface="Segoe UI"/>
              </a:rPr>
              <a:t>26 Ekim 2026 itibarıyla; bu notlardaki işlerin hiçbiri ürünün doğruluğunu değiştirmedi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1057839" cy="12801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44752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17904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Teli sesten ayırmak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Klasik gitarda çalınan tel şans düzeyinde (T02 %36). Sıradaki: modelden bağımsız spektral analiz; olmazsa tel için edisyon modu.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999" y="1444752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8999" y="1444752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517904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Akustik model kararı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Kontrol modeli (test nota F1 0,824) ve tını çeşitlendirmeli model aday; önce vuruş ağı yeniden eğitilip GuitarSet kontrol edilecek.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40736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40736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13888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Vuruş takibi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Yarı otomatik uçtan uca IOI 0,695; tap modu simülasyonda 0,877. Gerçek dokunuşla doğrulama bekliyor.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8999" y="2840736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8999" y="2840736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913888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Hayalet notalar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Parça %31, üst ses %25, açık tel %11 ve &lt;100 ms aynı perde tekrarları: kuralla ayrılmıyor, model düzeyinde iş.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36720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36720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09872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Guitar Pro (.gp) çıktısı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Naylon gitar kanalı ve ölçü senkronu çalışıyor; gömülü ses henüz yüklenmiyor. Vuruş başına senkronla notaların %95'i ≤ 100 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8999" y="4236720"/>
            <a:ext cx="5455767" cy="1249679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4236720"/>
            <a:ext cx="41148" cy="1249679"/>
          </a:xfrm>
          <a:prstGeom prst="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4309872"/>
            <a:ext cx="5126583" cy="1103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F5D8A"/>
                </a:solidFill>
                <a:latin typeface="Segoe UI"/>
              </a:rPr>
              <a:t>Doğrulama ve teknikler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F4F"/>
                </a:solidFill>
                <a:latin typeface="Segoe UI"/>
              </a:rPr>
              <a:t>İcracıya göre 5 katlı CV, bootstrap güven aralıkları; Katman 4 (bend, slide, legato) kendi teknik verimizle.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623560"/>
            <a:ext cx="1105783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Segoe UI"/>
              </a:rPr>
              <a:t>ZİNCİRİN DURUMU    ✓ çalışıyor    ~ kısmi    ✗ açık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98464"/>
            <a:ext cx="110578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F5D8A"/>
                </a:solidFill>
                <a:latin typeface="Segoe UI"/>
              </a:rPr>
              <a:t>Audio ✓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Nota ✓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Polifoni ✓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Tel (edisyon ✓, ses ✗)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Ritim ~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TAB ✓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Parmak ✓</a:t>
            </a:r>
            <a:r>
              <a:rPr sz="1200" b="1">
                <a:solidFill>
                  <a:srgbClr val="B5762A"/>
                </a:solidFill>
                <a:latin typeface="Segoe UI"/>
              </a:rPr>
              <a:t>   →   </a:t>
            </a:r>
            <a:r>
              <a:rPr sz="1200" b="1">
                <a:solidFill>
                  <a:srgbClr val="2F5D8A"/>
                </a:solidFill>
                <a:latin typeface="Segoe UI"/>
              </a:rPr>
              <a:t>Görsel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